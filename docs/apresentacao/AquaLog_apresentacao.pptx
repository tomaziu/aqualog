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5C"/>
          </a:solidFill>
          <a:ln w="12700">
            <a:solidFill>
              <a:srgbClr val="06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092C44"/>
          </a:solidFill>
          <a:ln w="12700">
            <a:solidFill>
              <a:srgbClr val="092C44"/>
            </a:solidFill>
            <a:prstDash val="solid"/>
          </a:ln>
        </p:spPr>
      </p:sp>
      <p:pic>
        <p:nvPicPr>
          <p:cNvPr id="4" name="Image 0" descr="C:\Users\Admin\Downloads\aqualog_projeto\aqualog\fronten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4173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66420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ÁquaLog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86384" y="235915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0FF"/>
                </a:solidFill>
              </a:rPr>
              <a:t>Sistema de pedidos, Pix e controle de entregas para distribuidora de água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629400" y="841248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7416" y="97840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57416" y="12710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pedido online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321040" y="1618488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49056" y="175564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49056" y="204825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controle total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012680" y="2395728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0696" y="253288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Entrega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140696" y="282549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código final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01000" y="1234440"/>
            <a:ext cx="411480" cy="0"/>
          </a:xfrm>
          <a:prstGeom prst="line">
            <a:avLst/>
          </a:prstGeom>
          <a:noFill/>
          <a:ln w="25400">
            <a:solidFill>
              <a:srgbClr val="8FC8F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692640" y="2011680"/>
            <a:ext cx="411480" cy="0"/>
          </a:xfrm>
          <a:prstGeom prst="line">
            <a:avLst/>
          </a:prstGeom>
          <a:noFill/>
          <a:ln w="25400">
            <a:solidFill>
              <a:srgbClr val="8FC8FF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86384" y="542239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4FF"/>
                </a:solidFill>
              </a:rPr>
              <a:t>Apresentação do projeto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" y="5788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Thomaz e Christian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669280" y="563270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8F0FF"/>
                </a:solidFill>
              </a:rPr>
              <a:t>Fluxo demonstrável, com painel administrativo, site do cliente e tela do entregador.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dupla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que o projeto resolve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Pedidos por mensagens soltas geram atraso, confusão e pouca garantia.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36192"/>
            <a:ext cx="91440" cy="18745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Pedidos dispersos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66544"/>
            <a:ext cx="28346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Informações ficam em conversas, anotações ou memória. O admin perde visão do que já foi pago, confirmado e enviado.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62272" y="1536192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536192"/>
            <a:ext cx="91440" cy="1874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Entrega sem confirmação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0872" y="2066544"/>
            <a:ext cx="28346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Sem um código, o entregador pode finalizar errado ou depender apenas de confiança verbal.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536192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536192"/>
            <a:ext cx="91440" cy="1874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Suporte lento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2066544"/>
            <a:ext cx="28346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Quando o cliente tem dúvida, o atendimento precisa procurar pedido, status e pagamento manualmente.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1560" y="3977640"/>
            <a:ext cx="10058400" cy="1325880"/>
          </a:xfrm>
          <a:prstGeom prst="roundRect">
            <a:avLst>
              <a:gd name="adj" fmla="val 8276"/>
            </a:avLst>
          </a:prstGeom>
          <a:solidFill>
            <a:srgbClr val="FFF8E1"/>
          </a:solidFill>
          <a:ln w="12700">
            <a:solidFill>
              <a:srgbClr val="FFE0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2519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Decisão do projeto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4"/>
                </a:solidFill>
              </a:rPr>
              <a:t>Trocar a dependência do WhatsApp por um site completo, mantendo a mecânica mais importante: pagamento confirmado e código de entrega.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Thomaz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solução: três áreas conectadas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Cliente, administrador e entregador trabalhando no mesmo fluxo.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103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" y="23957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compra e acompanha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2377440"/>
            <a:ext cx="10972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96596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9976" y="2103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9976" y="23957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valida e organiza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46520" y="2377440"/>
            <a:ext cx="10972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26680" y="196596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4696" y="2103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Entregador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54696" y="23957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executa a rota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30384" y="2377440"/>
            <a:ext cx="8686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716768" y="19659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063B5C"/>
          </a:solidFill>
          <a:ln w="12700">
            <a:solidFill>
              <a:srgbClr val="06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17352" y="22128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F7FB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886200"/>
            <a:ext cx="9144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69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Fluxo claro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416552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Produto → Pix → código → rota → entrega.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388620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F7FFF9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886200"/>
            <a:ext cx="9144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069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Menos retrabalho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416552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Dados do cliente e pedido ficam no painel.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88620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FFF8F0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3886200"/>
            <a:ext cx="9144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069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Mais segurança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66760" y="4416552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Código só é liberado quando o pedido está válido.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Christian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do cliente: pedido sem atrito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Produtos, endereço completo, Pix e acompanhamento no mesmo lugar.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" y="1298448"/>
            <a:ext cx="6547104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6" name="Image 0" descr="C:\Users\Admin\Downloads\aqualog_projeto\aqualog\docs\apresentacao\assets\cliente-produ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649224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0749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Tela do cliente com catálogo e formulário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43800" y="141732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43800" y="1417320"/>
            <a:ext cx="914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00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Escolha rápida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194767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O cliente seleciona o produto e já vê preço e estoque.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269748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43800" y="269748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880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Endereço completo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Rua, número, bairro e referência reduzem erro de entrega.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43800" y="397764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43800" y="3977640"/>
            <a:ext cx="9144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4160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Sessão do pedido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0" y="450799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O acompanhamento continua disponível mesmo depois de fechar o site.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Thomaz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Pagamento e código de entrega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O pedido só fica liberado quando a confirmação faz sentido.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6547104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6" name="Image 0" descr="C:\Users\Admin\Downloads\aqualog_projeto\aqualog\docs\apresentacao\assets\admin-pedi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649224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0749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Pedido com Pix pago e código liberado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607808" y="1444752"/>
            <a:ext cx="3611880" cy="1078992"/>
          </a:xfrm>
          <a:prstGeom prst="roundRect">
            <a:avLst>
              <a:gd name="adj" fmla="val 10169"/>
            </a:avLst>
          </a:prstGeom>
          <a:solidFill>
            <a:srgbClr val="DFF6EA"/>
          </a:solidFill>
          <a:ln w="12700">
            <a:solidFill>
              <a:srgbClr val="B9E2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82128" y="17099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CÓDIGO LIBERADO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82128" y="19568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588276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525512" y="2971800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53528" y="310896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53528" y="340156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gera QR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796528" y="3383280"/>
            <a:ext cx="512064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400032" y="2971800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28048" y="310896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Pago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528048" y="340156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confirma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671048" y="3383280"/>
            <a:ext cx="512064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1274552" y="2971800"/>
            <a:ext cx="685800" cy="82296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02568" y="3108960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402568" y="340156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entrega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43800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4"/>
                </a:solidFill>
              </a:rPr>
              <a:t>A lógica é simples: pagamento confirmado libera código; código correto libera finalização da entrega.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Christian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administrativo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Visão de operação: pedidos, entregadores, produtos, pagamentos e relatórios.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5586984" cy="3163824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6" name="Image 0" descr="C:\Users\Admin\Downloads\aqualog_projeto\aqualog\docs\apresentacao\asset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34440"/>
            <a:ext cx="553212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443484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Dashboard com indicadores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55080" y="1207008"/>
            <a:ext cx="5221224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9" name="Image 1" descr="C:\Users\Admin\Downloads\aqualog_projeto\aqualog\docs\apresentacao\assets\admin-pedi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234440"/>
            <a:ext cx="5166360" cy="2907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2512" y="423367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Pedidos e atribuição de entregador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77240" y="48006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4800600"/>
            <a:ext cx="9144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4983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Pedido manual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05840" y="5330952"/>
            <a:ext cx="2697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Mantido para telefone, balcão e testes.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98848" y="48006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98848" y="4800600"/>
            <a:ext cx="9144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27448" y="4983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Gestão centralizada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27448" y="5330952"/>
            <a:ext cx="2697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Admin acompanha pagamento, confirmação e status.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0" y="48006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4800600"/>
            <a:ext cx="9144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58200" y="4983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Relatórios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458200" y="5330952"/>
            <a:ext cx="2697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PDF e Excel ajudam na apresentação dos dados.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Thomaz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Suporte integrado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Conversa com o cliente dentro do próprio pedido.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6775704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6" name="Image 0" descr="C:\Users\Admin\Downloads\aqualog_projeto\aqualog\docs\apresentacao\assets\admin-sup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34440"/>
            <a:ext cx="6720840" cy="3785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111496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Chat de suporte no painel admin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699248" y="14173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99248" y="1417320"/>
            <a:ext cx="914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1600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Ao vivo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27848" y="1947672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Mensagens atualizam sem recarregar a página.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99248" y="2578608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99248" y="2578608"/>
            <a:ext cx="9144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7848" y="2761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Contexto do pedido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27848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O admin responde sabendo qual pedido está em atendimento.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99248" y="3730752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99248" y="3730752"/>
            <a:ext cx="91440" cy="9144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27848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Limpeza simples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27848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Chats antigos podem ser apagados pelo painel.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Christian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Tela do entregador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Visual de celular, status por cores e confirmação com código.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32688" y="1115568"/>
            <a:ext cx="2386584" cy="416966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6" name="Image 0" descr="C:\Users\Admin\Downloads\aqualog_projeto\aqualog\docs\apresentacao\assets\entregador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43000"/>
            <a:ext cx="233172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349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Menu do entregador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75888" y="1115568"/>
            <a:ext cx="2386584" cy="416966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C9DDEC"/>
            </a:solidFill>
            <a:prstDash val="solid"/>
          </a:ln>
          <a:effectLst>
            <a:outerShdw sx="100000" sy="100000" kx="0" ky="0" algn="bl" rotWithShape="0" blurRad="50800" dist="50800" dir="2700000">
              <a:srgbClr val="6C7A86">
                <a:alpha val="14000"/>
              </a:srgbClr>
            </a:outerShdw>
          </a:effectLst>
        </p:spPr>
      </p:sp>
      <p:pic>
        <p:nvPicPr>
          <p:cNvPr id="9" name="Image 1" descr="C:\Users\Admin\Downloads\aqualog_projeto\aqualog\docs\apresentacao\assets\entregador-pedi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143000"/>
            <a:ext cx="2331720" cy="411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5349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Lista de pedidos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583680" y="141732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1417320"/>
            <a:ext cx="9144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12280" y="16002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Feito para uso em rota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12280" y="194767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Botões grandes, cores fortes e leitura rápida no celular.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0" y="269748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2697480"/>
            <a:ext cx="9144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12280" y="2880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Status sincronizado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812280" y="322783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Quando sai para entrega, o cliente e o admin recebem atualização.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583680" y="397764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0" y="3977640"/>
            <a:ext cx="914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12280" y="41605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Finalização protegida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812280" y="450799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Entrega só fecha com o código informado pelo cliente.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Christian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técnica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D8B"/>
                </a:solidFill>
              </a:rPr>
              <a:t>Camadas integradas por API REST, persistência relacional, webhook Pix e eventos em tempo real.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7099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HTML/CSS/JS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0025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UI cliente, admin e entregador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984248"/>
            <a:ext cx="5029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27248" y="1572768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63B5C"/>
          </a:solidFill>
          <a:ln w="12700">
            <a:solidFill>
              <a:srgbClr val="06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7099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55264" y="20025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REST, JSON, JWT e regras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1984248"/>
            <a:ext cx="5029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42432" y="1572768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7099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MySQL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70448" y="20025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pedidos, produtos e 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99248" y="1984248"/>
            <a:ext cx="5029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39328" y="1572768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70992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Mercado Pago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67344" y="200253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7FF"/>
                </a:solidFill>
              </a:rPr>
              <a:t>Pix, QR Code e webhook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3063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46120"/>
            <a:ext cx="91440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290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Fluxo REST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O frontend usa fetch para enviar e receber JSON; ele nunca acessa o banco diretamente.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77640" y="3246120"/>
            <a:ext cx="3063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77640" y="3246120"/>
            <a:ext cx="91440" cy="1024128"/>
          </a:xfrm>
          <a:prstGeom prst="rect">
            <a:avLst/>
          </a:prstGeom>
          <a:solidFill>
            <a:srgbClr val="063B5C"/>
          </a:solidFill>
          <a:ln w="12700">
            <a:solidFill>
              <a:srgbClr val="063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4290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Regra centralizada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A API valida pagamento, entregador, código de entrega e permissão de acesso.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69480" y="3246120"/>
            <a:ext cx="3063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CF5"/>
            </a:solidFill>
            <a:prstDash val="solid"/>
          </a:ln>
          <a:effectLst>
            <a:outerShdw sx="100000" sy="100000" kx="0" ky="0" algn="bl" rotWithShape="0" blurRad="25400" dist="50800" dir="2700000">
              <a:srgbClr val="9CB6C7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9480" y="3246120"/>
            <a:ext cx="91440" cy="10241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4290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4"/>
                </a:solidFill>
              </a:rPr>
              <a:t>Webhook Pix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05465"/>
                </a:solidFill>
              </a:rPr>
              <a:t>Quando o Mercado Pago confirma o Pix, o backend atualiza o pedido no MySQL.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26080" y="4709160"/>
            <a:ext cx="6355080" cy="658368"/>
          </a:xfrm>
          <a:prstGeom prst="roundRect">
            <a:avLst>
              <a:gd name="adj" fmla="val 16667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901184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565C0"/>
                </a:solidFill>
              </a:rPr>
              <a:t>SSE mantém um canal HTTP aberto para atualizar pagamento, suporte e status sem recarregar a página.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77240" y="557784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DFF6EA"/>
          </a:solidFill>
          <a:ln w="12700">
            <a:solidFill>
              <a:srgbClr val="DFF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650992"/>
            <a:ext cx="185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33 testes automatizados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557784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5650992"/>
            <a:ext cx="1581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API REST/JSON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55778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5650992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Webhook Pix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35240" y="557784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35824" y="5650992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SSE em tempo real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921240" y="55778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FEDEE"/>
          </a:solidFill>
          <a:ln w="12700">
            <a:solidFill>
              <a:srgbClr val="FFE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21824" y="5650992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32F2F"/>
                </a:solidFill>
              </a:rPr>
              <a:t>JWT e permissões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Christian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5C"/>
          </a:solidFill>
          <a:ln w="12700">
            <a:solidFill>
              <a:srgbClr val="063B5C"/>
            </a:solidFill>
            <a:prstDash val="solid"/>
          </a:ln>
        </p:spPr>
      </p:sp>
      <p:pic>
        <p:nvPicPr>
          <p:cNvPr id="3" name="Image 0" descr="C:\Users\Admin\Downloads\aqualog_projeto\aqualog\fronten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Fechamento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13232" y="2057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0FF"/>
                </a:solidFill>
              </a:rPr>
              <a:t>O AquaLog organiza o caminho completo: pedido, pagamento, atendimento, rota e confirmação final.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0" y="932688"/>
            <a:ext cx="4983480" cy="786384"/>
          </a:xfrm>
          <a:prstGeom prst="roundRect">
            <a:avLst>
              <a:gd name="adj" fmla="val 11628"/>
            </a:avLst>
          </a:prstGeom>
          <a:solidFill>
            <a:srgbClr val="0D5A8C"/>
          </a:solidFill>
          <a:ln w="12700">
            <a:solidFill>
              <a:srgbClr val="1F75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Cliente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66760" y="1097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6EA"/>
                </a:solidFill>
              </a:rPr>
              <a:t>compra e acompanha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2075688"/>
            <a:ext cx="4983480" cy="786384"/>
          </a:xfrm>
          <a:prstGeom prst="roundRect">
            <a:avLst>
              <a:gd name="adj" fmla="val 11628"/>
            </a:avLst>
          </a:prstGeom>
          <a:solidFill>
            <a:srgbClr val="0D5A8C"/>
          </a:solidFill>
          <a:ln w="12700">
            <a:solidFill>
              <a:srgbClr val="1F75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2221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Admin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6EA"/>
                </a:solidFill>
              </a:rPr>
              <a:t>controla e responde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3218688"/>
            <a:ext cx="4983480" cy="786384"/>
          </a:xfrm>
          <a:prstGeom prst="roundRect">
            <a:avLst>
              <a:gd name="adj" fmla="val 11628"/>
            </a:avLst>
          </a:prstGeom>
          <a:solidFill>
            <a:srgbClr val="0D5A8C"/>
          </a:solidFill>
          <a:ln w="12700">
            <a:solidFill>
              <a:srgbClr val="1F75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3364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Entregador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66760" y="3383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6EA"/>
                </a:solidFill>
              </a:rPr>
              <a:t>executa e confirma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4361688"/>
            <a:ext cx="4983480" cy="786384"/>
          </a:xfrm>
          <a:prstGeom prst="roundRect">
            <a:avLst>
              <a:gd name="adj" fmla="val 11628"/>
            </a:avLst>
          </a:prstGeom>
          <a:solidFill>
            <a:srgbClr val="0B4D76"/>
          </a:solidFill>
          <a:ln w="12700">
            <a:solidFill>
              <a:srgbClr val="1F75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4507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Próximos passos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6676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6EA"/>
                </a:solidFill>
              </a:rPr>
              <a:t>domínio fixo, histórico financeiro e notificações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3232" y="5596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Obrigado!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372600" y="5705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FF6EA"/>
                </a:solidFill>
              </a:rPr>
              <a:t>Perguntas?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1148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372600" y="6492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principal: dupla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AquaLog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AquaLog - Apresentacao do Projeto</dc:title>
  <dc:subject>Sistema de controle de pedidos e entregas para distribuidora de agua</dc:subject>
  <dc:creator>Thomaz e Christian</dc:creator>
  <cp:lastModifiedBy>Thomaz e Christian</cp:lastModifiedBy>
  <cp:revision>1</cp:revision>
  <dcterms:created xsi:type="dcterms:W3CDTF">2026-05-31T21:31:43Z</dcterms:created>
  <dcterms:modified xsi:type="dcterms:W3CDTF">2026-05-31T21:31:43Z</dcterms:modified>
</cp:coreProperties>
</file>